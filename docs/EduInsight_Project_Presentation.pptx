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EduInsight</a:t>
            </a:r>
          </a:p>
          <a:p>
            <a:pPr algn="ctr">
              <a:spcBef>
                <a:spcPts val="1500"/>
              </a:spcBef>
              <a:defRPr sz="2000">
                <a:solidFill>
                  <a:srgbClr val="60A5FA"/>
                </a:solidFill>
              </a:defRPr>
            </a:pPr>
            <a:r>
              <a:t>AI Academic Intelligence &amp; Early Risk Prediction Platform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Decision Support System for Higher Education Institutions</a:t>
            </a:r>
            <a:br/>
            <a:r>
              <a:t>Powered by Laravel 12, Python Flask ML Service &amp; Natural Language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System Abstract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The Challenge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Traditional academic evaluation detects student failure after examinations take place, leaving no opportunity for timely intervention or academic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The Solution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EduInsight integrates Machine Learning risk algorithms to continuously analyze attendance &amp; internal marks, flagging high-risk students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Core Value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Automated email notifications to parents/students, role-based dashboards (Admin, HOD, Faculty, Student), and an NLP AI Query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1. Early Academic Risk Detection: Predict student risk levels (Low, Medium, High) using Random Forest Machine Learning.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2. Automated Email &amp; Notification Engine: Trigger email alerts to parents and students when attendance drops below 75%.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3. Natural Language AI Assistant: Allow users to query academic data using plain English (converts NLP to SQL).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4. Enterprise Role-Based Access Control (RBAC): Tailored workspaces for Administrators, Department Heads, Faculty, and Students.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5. Seamless Theme Visibility: Dual Light/Dark mode with automatic local storage preference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3-Tier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Tier 1: Presentation &amp; UI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Laravel 12 + Tailwind CSS + Alpine.js</a:t>
            </a:r>
            <a:br/>
            <a:r>
              <a:t>- Dual Light/Dark Theme Engine</a:t>
            </a:r>
            <a:br/>
            <a:r>
              <a:t>- Role-Specific Responsive Dashboards</a:t>
            </a:r>
            <a:br/>
            <a:r>
              <a:t>- Real-time Chart.js Visualizations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Tier 2: Application &amp; ML Service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PHP 8.2 &amp; Python 3.10 Flask API</a:t>
            </a:r>
            <a:br/>
            <a:r>
              <a:t>- RESTful ML Microservice on Port 5005</a:t>
            </a:r>
            <a:br/>
            <a:r>
              <a:t>- NLP Query Parser (English to SQL)</a:t>
            </a:r>
            <a:br/>
            <a:r>
              <a:t>- SMTP Email Delivery &amp; Audit 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Tier 3: Database Storage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MySQL Relational Database Engine</a:t>
            </a:r>
            <a:br/>
            <a:r>
              <a:t>- 222 Active Mapped User Profiles</a:t>
            </a:r>
            <a:br/>
            <a:r>
              <a:t>- Academic Marks, Attendance &amp; Risks</a:t>
            </a:r>
            <a:br/>
            <a:r>
              <a:t>- Natural Language Query Logs &amp;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Risk Prediction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Model Algorithm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Random Forest Classifier (Scikit-Learn) with StandardScaler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Input Features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1. Attendance Percentage (0-100%)</a:t>
            </a:r>
            <a:br/>
            <a:r>
              <a:t>2. Internal Assessment Marks (0-50)</a:t>
            </a:r>
            <a:br/>
            <a:r>
              <a:t>3. External Exam Marks (0-50)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Risk Categories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Low Risk: Score &lt; 0.33 (Good Academic Standing)</a:t>
            </a:r>
            <a:br/>
            <a:r>
              <a:t>• Medium Risk: Score 0.33 - 0.66 (Requires Monitoring)</a:t>
            </a:r>
            <a:br/>
            <a:r>
              <a:t>• High Risk: Score &gt; 0.66 (Immediate Advisory Needed)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A5FA"/>
                </a:solidFill>
              </a:defRPr>
            </a:pPr>
            <a:r>
              <a:t>Integration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PHP Laravel sends HTTP POST to Flask API (`http://127.0.0.1:5005/predict-risk`) and stores results in `academic_risks`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EduInsight AI: Natural Language Query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A5FA"/>
                </a:solidFill>
              </a:defRPr>
            </a:pPr>
            <a:r>
              <a:t>🤖 How It Works: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Users type natural queries (e.g., 'Show students with attendance below 75% in Computer Science').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NlpQueryParser converts the English prompt into valid MySQL SELECT queries.</a:t>
            </a:r>
          </a:p>
          <a:p>
            <a:pPr>
              <a:defRPr sz="1400">
                <a:solidFill>
                  <a:srgbClr val="F8FAFC"/>
                </a:solidFill>
              </a:defRPr>
            </a:pPr>
          </a:p>
          <a:p>
            <a:pPr>
              <a:defRPr sz="1400">
                <a:solidFill>
                  <a:srgbClr val="60A5FA"/>
                </a:solidFill>
              </a:defRPr>
            </a:pPr>
            <a:r>
              <a:t>🔒 Strict Role-Based Security (RBAC):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Queries executed by students are automatically scoped to `WHERE student_id = current_user` to prevent unauthorized data access.</a:t>
            </a:r>
          </a:p>
          <a:p>
            <a:pPr>
              <a:defRPr sz="1400">
                <a:solidFill>
                  <a:srgbClr val="F8FAFC"/>
                </a:solidFill>
              </a:defRPr>
            </a:pPr>
          </a:p>
          <a:p>
            <a:pPr>
              <a:defRPr sz="1400">
                <a:solidFill>
                  <a:srgbClr val="60A5FA"/>
                </a:solidFill>
              </a:defRPr>
            </a:pPr>
            <a:r>
              <a:t>📊 Dynamic Visualizations: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Results are formatted and auto-detected into Chart.js Bar / Pie / Line charts for instant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Email Dispatch &amp; Automated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Target Recipients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Individual Students, Parents, Entire Classes, or Low Attendance Student 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Automated Triggers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Low attendance alerts (&lt;75%) auto-generate mailable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Gmail Integration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Integrated with Gmail SMTP engine for delivery into recipient inbox.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Audit Logs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All sent/failed emails are logged in `email_logs` table with timestamp and error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Role-Based Access Control (RBAC)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👤 Administrator Portal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System-wide governance, student &amp; course management, pending faculty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👤 Head of Dept (HOD) Portal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Departmental oversight, faculty statistics, course progress, AI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👤 Faculty Portal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Attendance recording, marks entry, course student roster, ML risk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👤 Student Portal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Personal intelligence dashboard, GPA tracking, attendance records, ML risk advisory.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UI/UX Design System &amp; Dark Theme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A5FA"/>
                </a:solidFill>
              </a:defRPr>
            </a:pPr>
            <a:r>
              <a:t>🌙 Single-Click Theme Switcher: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Sun ☀️ / Moon 🌙 toggle in top navigation header of all layout templates.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Stores user theme preference in browser `localStorage` (`color-theme`).</a:t>
            </a:r>
          </a:p>
          <a:p>
            <a:pPr>
              <a:defRPr sz="1400">
                <a:solidFill>
                  <a:srgbClr val="F8FAFC"/>
                </a:solidFill>
              </a:defRPr>
            </a:pPr>
          </a:p>
          <a:p>
            <a:pPr>
              <a:defRPr sz="1400">
                <a:solidFill>
                  <a:srgbClr val="60A5FA"/>
                </a:solidFill>
              </a:defRPr>
            </a:pPr>
            <a:r>
              <a:t>🎨 High-Contrast Visibility: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Bulletproof CSS overrides map every background (`.bg-white`, `.bg-slate-50`), text (`.text-slate-900`), and border to dark surfaces (`#0b0f19` &amp; `#151d30`).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Prevents initial page flash via inline `&lt;head&gt;` script.</a:t>
            </a:r>
          </a:p>
          <a:p>
            <a:pPr>
              <a:defRPr sz="1400">
                <a:solidFill>
                  <a:srgbClr val="F8FAFC"/>
                </a:solidFill>
              </a:defRPr>
            </a:pPr>
          </a:p>
          <a:p>
            <a:pPr>
              <a:defRPr sz="1400">
                <a:solidFill>
                  <a:srgbClr val="60A5FA"/>
                </a:solidFill>
              </a:defRPr>
            </a:pPr>
            <a:r>
              <a:t>📱 Responsive Component Architecture: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Collapsible sidebar navigation, sticky table headers, and smooth micro-animations.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Database Schema &amp; Entity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🗄️ Table: users &amp; roles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222 Active Users, 100% profile mapping across Admin, HOD, Faculty, Student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🗄️ Table: students &amp; faculty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Linked profile attributes, employee IDs, admission batch, program, semester.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🗄️ Table: marks &amp; attendance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Assessment marks (internal/external/total) &amp; date-wise attendance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🗄️ Table: academic_risks &amp; alerts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ML prediction scores, risk levels, and automated system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EDUINSIGHT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Verification &amp; Runtime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34747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Laravel Server</a:t>
            </a:r>
          </a:p>
          <a:p>
            <a:br/>
            <a:br/>
            <a:pPr>
              <a:defRPr sz="1200" b="1">
                <a:solidFill>
                  <a:srgbClr val="F8FAFC"/>
                </a:solidFill>
              </a:defRPr>
            </a:pPr>
            <a:r>
              <a:t>HTTP 200 OK (Port 8000)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11680"/>
            <a:ext cx="2011680" cy="34747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Python ML API</a:t>
            </a:r>
          </a:p>
          <a:p>
            <a:br/>
            <a:br/>
            <a:pPr>
              <a:defRPr sz="1200" b="1">
                <a:solidFill>
                  <a:srgbClr val="F8FAFC"/>
                </a:solidFill>
              </a:defRPr>
            </a:pPr>
            <a:r>
              <a:t>Healthy / Model Loaded (Port 5005)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2011680" cy="34747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User Mappings</a:t>
            </a:r>
          </a:p>
          <a:p>
            <a:br/>
            <a:br/>
            <a:pPr>
              <a:defRPr sz="1200" b="1">
                <a:solidFill>
                  <a:srgbClr val="F8FAFC"/>
                </a:solidFill>
              </a:defRPr>
            </a:pPr>
            <a:r>
              <a:t>222 / 222 (0 Unmapped)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011680"/>
            <a:ext cx="2011680" cy="34747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Theme Engine</a:t>
            </a:r>
          </a:p>
          <a:p>
            <a:br/>
            <a:br/>
            <a:pPr>
              <a:defRPr sz="1200" b="1">
                <a:solidFill>
                  <a:srgbClr val="F8FAFC"/>
                </a:solidFill>
              </a:defRPr>
            </a:pPr>
            <a:r>
              <a:t>Dual Mode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11680"/>
            <a:ext cx="2011680" cy="347472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Git Repository</a:t>
            </a:r>
          </a:p>
          <a:p>
            <a:br/>
            <a:br/>
            <a:pPr>
              <a:defRPr sz="1200" b="1">
                <a:solidFill>
                  <a:srgbClr val="F8FAFC"/>
                </a:solidFill>
              </a:defRPr>
            </a:pPr>
            <a:r>
              <a:t>Clean &amp; Pushed to 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D3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000">
                <a:solidFill>
                  <a:srgbClr val="60A5FA"/>
                </a:solidFill>
              </a:defRPr>
            </a:pPr>
            <a:r>
              <a:t>EduInsight Academic Intelligence Platform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Questions &amp; Demonstration</a:t>
            </a:r>
            <a:br/>
            <a:r>
              <a:t>Repository: https://github.com/Sowmika-03/eduinsight.git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